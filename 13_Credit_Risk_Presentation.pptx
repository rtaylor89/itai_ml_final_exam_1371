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as an individual binary classification workflow using loan_status as the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corrections: cap person_emp_length at 100, ordinal encode loan_grade, and transform skewed income and loan amount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30% holdout is split into 15% validation and 15% final test so the final test set remains isolated.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required models, metrics, and ensemble comparison. Emphasize why tree-based and ensemble models fit this problem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Predict credit loan default risk using supervised ML</a:t>
            </a:r>
          </a:p>
          <a:p>
            <a:r>
              <a:t>Complete end-to-end classification workflow</a:t>
            </a:r>
          </a:p>
          <a:p>
            <a:r>
              <a:t>Focused on model comparison and ensemble learning</a:t>
            </a:r>
          </a:p>
          <a:p>
            <a:r>
              <a:t>Dataset included borrower income, loan, and credit history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and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Capped person_emp_length values above 100</a:t>
            </a:r>
          </a:p>
          <a:p>
            <a:r>
              <a:t>Converted loan_grade into ordinal values (A=1 to G=7)</a:t>
            </a:r>
          </a:p>
          <a:p>
            <a:r>
              <a:t>Applied log transformations to reduce skew</a:t>
            </a:r>
          </a:p>
          <a:p>
            <a:r>
              <a:t>Prepared model-ready dataset for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/ Validation / Test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70% Training Data → model learning</a:t>
            </a:r>
          </a:p>
          <a:p>
            <a:r>
              <a:t>15% Validation Data → tuning and comparison</a:t>
            </a:r>
          </a:p>
          <a:p>
            <a:r>
              <a:t>15% Test Data → final isolated evaluation</a:t>
            </a:r>
          </a:p>
          <a:p>
            <a:r>
              <a:t>Validation and testing were intentionally separated to prevent leakage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Results and Ensembles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Trained Logistic Regression, RF, Gradient Boosting, KNN, SVC</a:t>
            </a:r>
          </a:p>
          <a:p>
            <a:r>
              <a:t>Compared Accuracy, Precision, Recall, F1, ROC-AUC</a:t>
            </a:r>
          </a:p>
          <a:p>
            <a:r>
              <a:t>Implemented Voting and Bayesian ensembles</a:t>
            </a:r>
          </a:p>
          <a:p>
            <a:r>
              <a:t>Gradient Boosting and Random Forest produced strongest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